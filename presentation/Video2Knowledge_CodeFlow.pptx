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Video2Knowledge: Complete Code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Tracing a video from upload to classification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77724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Upload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72768" y="5029200"/>
            <a:ext cx="77724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29200"/>
            <a:ext cx="7772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5029200"/>
            <a:ext cx="7772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Router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6512" y="5029200"/>
            <a:ext cx="77724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5029200"/>
            <a:ext cx="77724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Frames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79008" y="5029200"/>
            <a:ext cx="77724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0256" y="5029200"/>
            <a:ext cx="77724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Extractors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61504" y="5029200"/>
            <a:ext cx="77724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02752" y="5029200"/>
            <a:ext cx="77724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Classifiers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5029200"/>
            <a:ext cx="7772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Compare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5248" y="5029200"/>
            <a:ext cx="7772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Results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26496" y="5029200"/>
            <a:ext cx="77724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Display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Three-layer architecture with key files in each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0515600" cy="14630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234440"/>
            <a:ext cx="29260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Frontend (React + TypeScript + Vite) -- port 5173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173736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75564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UploadPage.tsx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057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User drops video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173736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75564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useVideoAnalysis.ts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057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Orchestrates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73736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5564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analysisService.ts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057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API 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73736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175564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VideoResults.tsx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057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Displays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1920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88720" y="2926080"/>
            <a:ext cx="10515600" cy="14630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280160" y="2971800"/>
            <a:ext cx="320040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Backend (FastAPI + ML Pipeline) -- port 8000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71600" y="347472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930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jobs.py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3794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Router entry 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0" y="347472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4930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classification_service.py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3794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Pipeline orchestrator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47472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4930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feature_assembler.py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794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150-dim vectors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3474720"/>
            <a:ext cx="22860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0" y="34930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ml_service.py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947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Model hub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3657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657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657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4663440"/>
            <a:ext cx="10515600" cy="10972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280160" y="4709160"/>
            <a:ext cx="320040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Database (PostgreSQL + pgvector) -- port 5434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1600" y="5166360"/>
            <a:ext cx="310896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3040" y="518464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videos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39496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Video metadata + file paths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54880" y="5166360"/>
            <a:ext cx="310896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518464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jobs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539496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Job status + parameters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38160" y="5166360"/>
            <a:ext cx="310896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518464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classification_results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39496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Model predictions + probabilities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0320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389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4389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4389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66960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66960" y="43891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CCCCC"/>
                </a:solidFill>
                <a:latin typeface="Calibri"/>
              </a:defRPr>
            </a:pPr>
            <a:r>
              <a:t>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Steps 1-2: Upload &amp; Analysis 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188720"/>
            <a:ext cx="4846320" cy="47548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80160" y="1234440"/>
            <a:ext cx="256032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1: UploadPage.tsx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EF7C00"/>
                </a:solidFill>
                <a:latin typeface="Calibri"/>
              </a:defRPr>
            </a:pPr>
            <a:r>
              <a:t>User drops video.mp4 on VideoDropzone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  <a:r>
              <a:t>onFileSelected(file) callback triggers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  <a:r>
              <a:t>Hands the file to the useVideoAnalysis 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017520"/>
            <a:ext cx="4480560" cy="16459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10896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&lt;VideoDropzone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onFileSelected={handleFileSelected}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accept='video/*'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/&gt;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// handleFileSelected calls: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const { startAnalysis } = useVideoAnalysis();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startAnalysis(file);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8463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SourceCode/frontend/src/pages/UploadPage.tsx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017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188720"/>
            <a:ext cx="5029200" cy="47548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1234440"/>
            <a:ext cx="29260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2: useVideoAnalysis.ts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373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EF7C00"/>
                </a:solidFill>
                <a:latin typeface="Calibri"/>
              </a:defRPr>
            </a:pPr>
            <a:r>
              <a:t>startAnalysis(file) orchestrates the flow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  <a:r>
              <a:t>Sets screen to 'analyzing', creates video URL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  <a:r>
              <a:t>Calls analyzeVideo() from analysis service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EF7C00"/>
                </a:solidFill>
                <a:latin typeface="Calibri"/>
              </a:defRPr>
            </a:pPr>
            <a:r>
              <a:t>Progress bar starts: 0% -&gt; 90%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291840"/>
            <a:ext cx="4572000" cy="13716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3383280"/>
            <a:ext cx="4297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const startAnalysis = async (file: File) =&gt; {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setScreen('analyzing');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const videoUrl = URL.createObjectURL(file);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const result = await analyzeVideo(file);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// result =&gt; { results, modelComparison,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//              bestModel, workflowSteps }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};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SourceCode/frontend/src/hooks/useVideoAnalysis.ts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3: Two API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SourceCode/frontend/src/services/analysisService.ts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5029200" cy="21031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234440"/>
            <a:ext cx="12801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Call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Upload Video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1737360"/>
            <a:ext cx="4663440" cy="128016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POST /api/v1/videos/upload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Content-Type: multipart/form-data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Body: { file: video.mp4 }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Response: { job_id: 42, id: 7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3657600"/>
            <a:ext cx="5029200" cy="21031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3703320"/>
            <a:ext cx="12801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Call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703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Run Classification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206240"/>
            <a:ext cx="4663440" cy="128016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429768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POST /api/v1/jobs/42/run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Response: {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results[], model_comparison[],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best_model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188720"/>
            <a:ext cx="502920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Post-Processing (Frontend)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828800"/>
            <a:ext cx="4663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8745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ourier New"/>
              </a:defRPr>
            </a:pPr>
            <a:r>
              <a:t>1. groupResultsByModel(results)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Groups 98 raw results by model name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2788920"/>
            <a:ext cx="4663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28346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ourier New"/>
              </a:defRPr>
            </a:pPr>
            <a:r>
              <a:t>2. mapResultsToSteps(bestResults)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154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Converts best model's results -&gt; WorkflowStep[]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6560" y="3749040"/>
            <a:ext cx="4663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7947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ourier New"/>
              </a:defRPr>
            </a:pPr>
            <a:r>
              <a:t>3. Builds modelComparison: ModelSummary[]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114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14 entries with label, confidence, latency, tier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709160"/>
            <a:ext cx="46634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4754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ourier New"/>
              </a:defRPr>
            </a:pPr>
            <a:r>
              <a:t>4. Fallback: if backend unavailable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074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Returns mock data so UI always 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4: Jobs Router (Backend Entry Point)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SourceCode/backend/app/routers/jobs.py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0515600" cy="5029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1371600"/>
            <a:ext cx="41148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@router.post("/{job_id}/run")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011680"/>
            <a:ext cx="36576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Fetch job and video from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1965960"/>
            <a:ext cx="5760720" cy="7772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20574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job = db.query(Job).get(job_id)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video = db.query(Video).get(job.video_id)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880360"/>
            <a:ext cx="36576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Resolve video_path and action_log_path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2834640"/>
            <a:ext cx="5760720" cy="7772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video_path = f"uploads/{video.filename}"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action_log_path = video_path.replace(".mp4", "_actions.json")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749040"/>
            <a:ext cx="36576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749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THE CORE CALL -- run_classification_job()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0" y="3703320"/>
            <a:ext cx="5760720" cy="7772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37947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results = run_classification_job(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db, job, video_path, action_log_path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4617720"/>
            <a:ext cx="36576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617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Build model comparison from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4572000"/>
            <a:ext cx="5760720" cy="7772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4663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model_comparison = [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ModelComparison(model, label, confidence, latency)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for result in results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5486400"/>
            <a:ext cx="36576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7C00"/>
                </a:solidFill>
                <a:latin typeface="Calibri"/>
              </a:defRPr>
            </a:pPr>
            <a:r>
              <a:t>Return JobResultsResponse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0" y="5440680"/>
            <a:ext cx="5760720" cy="77724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5532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return JobResultsResponse(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job_id=job_id, status='completed',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results=results, model_comparison=mc,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best_model=best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611880"/>
            <a:ext cx="6035040" cy="9144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3657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CORE CALL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77639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results = run_classification_job(db, job, video_path, action_log_path)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This single call triggers the entire ML pipeline (Slides 6-11)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5: Classification Service -- The Heart of the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SourceCode/backend/app/services/classification_service.py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3200400" cy="3200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234440"/>
            <a:ext cx="27432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1: _extract_features()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7373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Returns: (X, segments, used_yolo)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2103120"/>
            <a:ext cx="28346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14884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Real path (Linux/Docker):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YOLO + EasyOCR + OpenCV</a:t>
            </a:r>
            <a:br/>
            <a:r>
              <a:t>Full feature extraction from video frames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108960"/>
            <a:ext cx="283464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3154680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Synthetic path (macOS):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832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Random features fallback</a:t>
            </a:r>
            <a:br/>
            <a:r>
              <a:t>For development and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31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alibri"/>
              </a:defRPr>
            </a:pPr>
            <a:r>
              <a:t>X shape: (n_segments, 150)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188720"/>
            <a:ext cx="3200400" cy="32004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0" y="1234440"/>
            <a:ext cx="2743200" cy="3657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2: _classify_all_models(X)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17373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Returns: dict of predictions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1031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  <a:latin typeface="Calibri"/>
              </a:defRPr>
            </a:pPr>
            <a:r>
              <a:t>TIER 1 (7 models):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331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svm, naive_bayes, decision_tree, random_forest, knn, xgboost, lightgbm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974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F42C1"/>
                </a:solidFill>
                <a:latin typeface="Calibri"/>
              </a:defRPr>
            </a:pPr>
            <a:r>
              <a:t>TIER 2 (4 models):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9260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mlp, cnn1d, lstm, transformer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TIER 3 (3 models):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5204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voting, stacking, late_fusion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188720"/>
            <a:ext cx="3566160" cy="32004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0" y="1234440"/>
            <a:ext cx="320040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3: Save to Database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737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ClassificationResult per model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2103120"/>
            <a:ext cx="3200400" cy="20116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219456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ClassificationResult(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job_id = 42,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model_name = 'xgboost',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predicted_label = 'git_ops',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confidence = 0.91,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latency_ms = 59.2,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probabilities = {...},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tier = 'tier1'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560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4663440"/>
            <a:ext cx="10515600" cy="13716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475488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def run_classification_job(db, job, video_path, action_log_path):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  X, segments, used_yolo = _extract_features(video_path, action_log_path)     # Phase 1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  predictions = _classify_all_models(X)                                       # Phase 2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  for model_name, preds in predictions.items():                               # Phase 3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      db.add(ClassificationResult(job_id=job.id, model_name=model_name, ...))</a:t>
            </a:r>
          </a:p>
          <a:p>
            <a:pPr algn="l">
              <a:spcAft>
                <a:spcPts val="3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  return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6: Video Processor (Frame Extraction)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SourceCode/backend/app/services/video_processor.py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4754880" cy="10972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28016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Config: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sample_fps = 1.0          # 1 frame per second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target_size = (640, 480)   # Resize all frames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28A745"/>
                </a:solidFill>
                <a:latin typeface="Courier New"/>
              </a:defRPr>
            </a:pPr>
            <a:r>
              <a:t>  cluster_gap = 2.0s         # Group actions within 2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2560320"/>
            <a:ext cx="4754880" cy="3383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extract_segments(video_path, actions)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108960"/>
            <a:ext cx="4389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3040" y="3154680"/>
            <a:ext cx="36576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54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_cluster_actions(actions)</a:t>
            </a:r>
            <a:br/>
            <a:r>
              <a:t>Group by 2-second time gaps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749039"/>
            <a:ext cx="4389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3040" y="3794760"/>
            <a:ext cx="36576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794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For each cluster -&gt; create SegmentData</a:t>
            </a:r>
            <a:br/>
            <a:r>
              <a:t>with keyframes + 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389120"/>
            <a:ext cx="4389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3040" y="4434840"/>
            <a:ext cx="36576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34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Extract keyframes at sample_fps rate</a:t>
            </a:r>
            <a:br/>
            <a:r>
              <a:t>Resize to target_size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188720"/>
            <a:ext cx="530352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SegmentData 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737360"/>
            <a:ext cx="4937760" cy="27432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1828800"/>
            <a:ext cx="4663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@dataclass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class SegmentData: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segment_index: int          # 0, 1, 2, ...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start_time: float            # e.g., 0.0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end_time: float              # e.g., 7.2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keyframes: list[FrameData]   # Actual video frames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# FrameData.frame: np.ndarray (640x480 BGR)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# FrameData.timestamp: float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actions: list[dict]           # User interactions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# {'type': 'click', 'x': 512, 'y': 340, 't': 2.1}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# {'type': 'type',  'text': 'git pull', 't': 3.5}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# {'type': 'press', 'key': 'Enter',     't': 4.0}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663440"/>
            <a:ext cx="49377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alibri"/>
              </a:defRPr>
            </a:pPr>
            <a:r>
              <a:t>Example: 53s video -&gt; 7 segments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02920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Seg 0: 0.0-7.2s  | 7 frames | [click, click]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21208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Seg 1: 7.2-16.0s | 9 frames | [click, type('cd project')]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3949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Seg 2: 16.0-29.0s| 13 frames| [type('git pull'), press(Enter)]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7: Feature Assembler (150-dim Vector)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SourceCode/backend/app/services/feature_assembler.py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10515600" cy="13716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234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MODALITY_MAP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1691640"/>
            <a:ext cx="260604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ocr_text: [0, 50)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94560"/>
            <a:ext cx="2606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7ACC"/>
                </a:solidFill>
                <a:latin typeface="Calibri"/>
              </a:defRPr>
            </a:pPr>
            <a:r>
              <a:t>50 dims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691640"/>
            <a:ext cx="1371600" cy="5029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ui_elements: [50, 80)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1945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F7C00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691640"/>
            <a:ext cx="18288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visual: [80, 120)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F42C1"/>
                </a:solidFill>
                <a:latin typeface="Calibri"/>
              </a:defRPr>
            </a:pPr>
            <a:r>
              <a:t>40 dims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691640"/>
            <a:ext cx="13716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interaction: [120, 150)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1945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8A745"/>
                </a:solidFill>
                <a:latin typeface="Calibri"/>
              </a:defRPr>
            </a:pPr>
            <a:r>
              <a:t>30 dims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8720" y="2834640"/>
            <a:ext cx="5029200" cy="32004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26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7C00"/>
                </a:solidFill>
                <a:latin typeface="Calibri"/>
              </a:defRPr>
            </a:pPr>
            <a:r>
              <a:t>extract_segment_features(segment)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3383280"/>
            <a:ext cx="32004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Allocate zeros(150)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vector = np.zeros(150, dtype=np.float32)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3767328"/>
            <a:ext cx="32004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767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If keyframes exist: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767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Run OCR, UI, and Visual extractors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151376"/>
            <a:ext cx="32004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41513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OCR -&gt; [0:50]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1513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vector[0:50] = ocr_extractor.extract(frames)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71600" y="4535424"/>
            <a:ext cx="32004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53542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UI -&gt; [50:80]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53542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vector[50:80] = ui_detector.extract(frames)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4919472"/>
            <a:ext cx="320040" cy="2743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49194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Visual -&gt; [80:120]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919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vector[80:120] = visual_features.extract(frames)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71600" y="5303520"/>
            <a:ext cx="32004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5303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7C00"/>
                </a:solidFill>
                <a:latin typeface="Calibri"/>
              </a:defRPr>
            </a:pPr>
            <a:r>
              <a:t>Interaction -&gt; [120:150]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vector[120:150] = interaction.extract(actions)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2834640"/>
            <a:ext cx="5029200" cy="32004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2926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Output: 150-dim float32 vector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75120" y="3383280"/>
            <a:ext cx="466344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34107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OCR [0:50]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657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ourier New"/>
              </a:defRPr>
            </a:pPr>
            <a:r>
              <a:t>TF-IDF word scores</a:t>
            </a:r>
            <a:br/>
            <a:r>
              <a:t>'git'-&gt;0.82  'pull'-&gt;0.75  'install'-&gt;0.68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4178808"/>
            <a:ext cx="4663440" cy="7315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42062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UI [50:80]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4531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ourier New"/>
              </a:defRPr>
            </a:pPr>
            <a:r>
              <a:t>Element counts + layout</a:t>
            </a:r>
            <a:br/>
            <a:r>
              <a:t>terminal=1  tabs=3  sidebar=1  density=0.4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4974336"/>
            <a:ext cx="4663440" cy="7315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500176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Visual [80:120]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524865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ourier New"/>
              </a:defRPr>
            </a:pPr>
            <a:r>
              <a:t>Color + edges + texture</a:t>
            </a:r>
            <a:br/>
            <a:r>
              <a:t>dark_theme=0.8  edge_density=0.6  lines=0.7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5120" y="5769864"/>
            <a:ext cx="4663440" cy="7315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Interaction [120:150]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604418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0E0E0"/>
                </a:solidFill>
                <a:latin typeface="Courier New"/>
              </a:defRPr>
            </a:pPr>
            <a:r>
              <a:t>Action patterns</a:t>
            </a:r>
            <a:br/>
            <a:r>
              <a:t>typing_speed=3.5  clicks=2  key_presses=5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Steps 8-11: Four Feature Extractors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Each extractor fills its slice of the 150-dim vector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5029200" cy="2286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234440"/>
            <a:ext cx="22860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OCR Extractor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alibri"/>
              </a:defRPr>
            </a:pPr>
            <a:r>
              <a:t>50 dims [0:50]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4592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EasyOCR reads text from keyframes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84708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Tesseract fallback if EasyOCR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048256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TF-IDF vectorization (max_features=50)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4942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Output: 50-dim word importance scores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ocr_extractor.py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546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"git pull origin main" -&gt; [0.82, 0.75, ...]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188720"/>
            <a:ext cx="5029200" cy="22860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228600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UI Detector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30 dims [50:80]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64592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YOLOv8n (conf &gt; 0.25)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1847088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12 UI classes: button, textbox, tab,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048256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Counts + layout + confidence + complexity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24942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Output: 30-dim UI feature vector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97180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ui_detector.py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154680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F7C00"/>
                </a:solidFill>
                <a:latin typeface="Courier New"/>
              </a:defRPr>
            </a:pPr>
            <a:r>
              <a:t>terminal=1, tabs=3 -&gt; [0.0, ..., 0.8, ...]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88720" y="3749039"/>
            <a:ext cx="5029200" cy="228600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80160" y="3794759"/>
            <a:ext cx="228600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Visual Features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alibri"/>
              </a:defRPr>
            </a:pPr>
            <a:r>
              <a:t>40 dims [80:120]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206239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OpenCV image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407407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Color histogram: 18 dims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08575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Edge detection: 3 dims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809743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Texture (LBP): 6 dims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010911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Scene complexity: 5 dims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212079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Layout features: 8 dims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53211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visual_features.py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71499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F42C1"/>
                </a:solidFill>
                <a:latin typeface="Courier New"/>
              </a:defRPr>
            </a:pPr>
            <a:r>
              <a:t>dark_theme=0.8, edges=0.6 -&gt; [0.8, 0.1, ...]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3749039"/>
            <a:ext cx="5029200" cy="22860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92240" y="3794759"/>
            <a:ext cx="22860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Interaction Features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30 dims [120:150]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206239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8 action types parsed from 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407407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Frequency features: action counts/rates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608575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Position features: click coordinates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809743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Temporal features: timing/intervals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5010911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  Mouse/typing/keyboard features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53211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ourier New"/>
              </a:defRPr>
            </a:pPr>
            <a:r>
              <a:t>interaction_features.py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714999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3 clicks, 25 chars typed -&gt; [0.29, 0.14, ...]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12: ML Service (Model Hub)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SourceCode/backend/app/services/ml_service.py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3474720" cy="91440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2801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# Singleton pattern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28A745"/>
                </a:solidFill>
                <a:latin typeface="Courier New"/>
              </a:defRPr>
            </a:pPr>
            <a:r>
              <a:t>ml_service = MLService()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188720"/>
            <a:ext cx="3474720" cy="9144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234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alibri"/>
              </a:defRPr>
            </a:pPr>
            <a:r>
              <a:t>On startup: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508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Registers 7 Tier 1 models</a:t>
            </a:r>
            <a:br/>
            <a:r>
              <a:t>Loads .pkl files from disk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188720"/>
            <a:ext cx="3017520" cy="91440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7C00"/>
                </a:solidFill>
                <a:latin typeface="Calibri"/>
              </a:defRPr>
            </a:pPr>
            <a:r>
              <a:t>On demand: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5087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7C00"/>
                </a:solidFill>
                <a:latin typeface="Calibri"/>
              </a:defRPr>
            </a:pPr>
            <a:r>
              <a:t>register_deep_models()</a:t>
            </a:r>
            <a:br/>
            <a:r>
              <a:t>Adds Tier 2 + Tier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377440"/>
            <a:ext cx="10515600" cy="3657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2468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classify(features, model_name) -&gt; 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2926080"/>
            <a:ext cx="3657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92608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_ensure_trained(model_name)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15468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Loads from .pkl file or trains on synthetic data if no saved model exists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2880360"/>
            <a:ext cx="5486400" cy="804672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297180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if model_name in self._trained: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  return  # Already loaded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path = f'models/{model_name}.pkl'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if path.exists(): clf = joblib.load(path)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else: clf.fit(X_synthetic, y_synthetic)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3794760"/>
            <a:ext cx="365760" cy="32004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7947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clf.predict(features) -&gt; PredictionResult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Runs the classifier and measures latency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749040"/>
            <a:ext cx="5486400" cy="804672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384048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start = time.time()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result = clf.predict(features)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# PredictionResult(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#   labels=[3, 1, 3, 0, ...],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#   probabilities=[[0.02, 0.91, ...]],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#   latency_ms=59.2)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0" y="4663440"/>
            <a:ext cx="3657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6634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Map integer labels -&gt; ACTIVITY_LABELS strings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89204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Converts numeric predictions to human-readable labels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4617720"/>
            <a:ext cx="5486400" cy="804672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470916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ACTIVITY_LABELS = [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"browsing", "coding", "communication",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"data_entry", "debugging", "document_editing",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"git_operations", "system_admin", "testing"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532120"/>
            <a:ext cx="36576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5321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7C00"/>
                </a:solidFill>
                <a:latin typeface="Calibri"/>
              </a:defRPr>
            </a:pPr>
            <a:r>
              <a:t>Return result 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76072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CCCC"/>
                </a:solidFill>
                <a:latin typeface="Calibri"/>
              </a:defRPr>
            </a:pPr>
            <a:r>
              <a:t>{label, confidence, latency_ms, probabilities}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5486400"/>
            <a:ext cx="5486400" cy="804672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557784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return {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"label": "git_operations",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"confidence": 0.91,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"latency_ms": 59.2,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  "probabilities": {0: 0.02, ...}</a:t>
            </a:r>
          </a:p>
          <a:p>
            <a:pPr algn="l">
              <a:spcAft>
                <a:spcPts val="200"/>
              </a:spcAft>
              <a:defRPr sz="900" b="0">
                <a:solidFill>
                  <a:srgbClr val="28A745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 13: How Classifiers 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BaseClassifier interface: fit(X, y), predict(X) -&gt; PredictionResult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3383280" cy="48463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1234440"/>
            <a:ext cx="22860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1: SVM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EF7C00"/>
                </a:solidFill>
                <a:latin typeface="Calibri"/>
              </a:defRPr>
            </a:pPr>
            <a:r>
              <a:t>sklearn.svm.SVC(kernel='rbf')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Input: 150-dim feature vector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Output: predict() + predict_proba()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2834640"/>
            <a:ext cx="3108960" cy="20116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29260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class SVMClassifier(BaseClassifier):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def __init__(self):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self.model = SVC(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kernel='rbf',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probability=True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def predict(self, X):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labels = self.model.predict(X)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proba = self.model.predict_proba(X)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return PredictionResult(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labels, proba, latency)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937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7ACC"/>
                </a:solidFill>
                <a:latin typeface="Calibri"/>
              </a:defRPr>
            </a:pPr>
            <a:r>
              <a:t>Fast: ~59ms | Good for linearly separable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1188720"/>
            <a:ext cx="3383280" cy="4846320"/>
          </a:xfrm>
          <a:prstGeom prst="roundRect">
            <a:avLst/>
          </a:prstGeom>
          <a:solidFill>
            <a:srgbClr val="F0E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46320" y="1234440"/>
            <a:ext cx="228600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2: LSTM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EF7C00"/>
                </a:solidFill>
                <a:latin typeface="Calibri"/>
              </a:defRPr>
            </a:pPr>
            <a:r>
              <a:t>reshape(150) -&gt; (10, 15)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10 timesteps x 15 features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Treats modalities as a sequence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2834640"/>
            <a:ext cx="3108960" cy="20116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9260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class LSTMClassifier(BaseClassifier):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def __init__(self):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self.lstm = nn.LSTM(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input_size=15,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hidden_size=64,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batch_first=True)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self.fc = nn.Linear(64, 9)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def forward(self, x):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x = x.reshape(-1, 10, 15)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_, (h, _) = self.lstm(x)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return F.softmax(self.fc(h))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937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F42C1"/>
                </a:solidFill>
                <a:latin typeface="Calibri"/>
              </a:defRPr>
            </a:pPr>
            <a:r>
              <a:t>Moderate: ~180ms | Captures sequential patterns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188720"/>
            <a:ext cx="3383280" cy="484632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1234440"/>
            <a:ext cx="228600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Tier 3: Stacking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EF7C00"/>
                </a:solidFill>
                <a:latin typeface="Calibri"/>
              </a:defRPr>
            </a:pPr>
            <a:r>
              <a:t>SVM + RF + MLP -&gt; hstack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Base model predictions stacked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EF7C00"/>
                </a:solidFill>
                <a:latin typeface="Calibri"/>
              </a:defRPr>
            </a:pPr>
            <a:r>
              <a:t>Meta-learner: LogisticRegression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2834640"/>
            <a:ext cx="3108960" cy="201168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29260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class StackingClassifier(Base...):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base_models = [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SVMClassifier(),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RandomForestClassifier(),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MLPClassifier(),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]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meta = LogisticRegression()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def predict(self, X):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preds = [m.predict(X)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         for m in self.base_models]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stacked = np.hstack(preds)</a:t>
            </a:r>
          </a:p>
          <a:p>
            <a:pPr algn="l">
              <a:spcAft>
                <a:spcPts val="200"/>
              </a:spcAft>
              <a:defRPr sz="800" b="0">
                <a:solidFill>
                  <a:srgbClr val="28A745"/>
                </a:solidFill>
                <a:latin typeface="Courier New"/>
              </a:defRPr>
            </a:pPr>
            <a:r>
              <a:t>        return self.meta.predict(stacked)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937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8A745"/>
                </a:solidFill>
                <a:latin typeface="Calibri"/>
              </a:defRPr>
            </a:pPr>
            <a:r>
              <a:t>Slow: ~6500ms | Combines model strengths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Steps 14-15: Results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Data flows back from backend to frontend components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88720"/>
            <a:ext cx="4846320" cy="4846320"/>
          </a:xfrm>
          <a:prstGeom prst="roundRect">
            <a:avLst/>
          </a:prstGeom>
          <a:solidFill>
            <a:srgbClr val="0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JSON Response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73736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{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"job_id": 42,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"status": "completed",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"results": [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// 14 models x 7 segments = 98 results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{ "model": "xgboost", "segment": 0,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  "label": "git_operations",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  "confidence": 0.91 },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...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],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"model_comparison": [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{ "model": "xgboost", "tier": "tier1",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  "avg_confidence": 0.91,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  "latency_ms": 59 },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  ... // 14 entries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],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  "best_model": "xgboost"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8A745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88720"/>
            <a:ext cx="5303520" cy="4846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234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7C00"/>
                </a:solidFill>
                <a:latin typeface="Calibri"/>
              </a:defRPr>
            </a:pPr>
            <a:r>
              <a:t>Frontend Components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737360"/>
            <a:ext cx="4937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0" y="1783080"/>
            <a:ext cx="228600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VideoResults.tsx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48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selectedModel state: tracks which model user is viewing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Shows selected model's workflow steps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Passes modelComparison to child components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108960"/>
            <a:ext cx="49377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0" y="3154680"/>
            <a:ext cx="2560320" cy="27432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ModelComparison.tsx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5204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14-row comparison table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Color-coded by tier (blue=T1, purple=T2, green=T3)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Click any row to switch the selected model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Columns: Model | Tier | Confidence | Latency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663440"/>
            <a:ext cx="4937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0" y="4709160"/>
            <a:ext cx="228600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WorkflowSteps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749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Timeline of predicted activities with timestamps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e.g., "Ran shell command: git pull" (0:16-0:29)</a:t>
            </a:r>
          </a:p>
          <a:p>
            <a:pPr algn="l">
              <a:spcAft>
                <a:spcPts val="300"/>
              </a:spcAft>
              <a:defRPr sz="1000" b="0">
                <a:solidFill>
                  <a:srgbClr val="EF7C00"/>
                </a:solidFill>
                <a:latin typeface="Calibri"/>
              </a:defRPr>
            </a:pPr>
            <a:r>
              <a:t>Visual step-by-step display with icons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" cy="822960"/>
          </a:xfrm>
          <a:prstGeom prst="rect">
            <a:avLst/>
          </a:prstGeom>
          <a:solidFill>
            <a:srgbClr val="FFE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4864" cy="5303520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0" y="137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FFFFF"/>
                </a:solidFill>
                <a:latin typeface="Arial"/>
              </a:defRPr>
            </a:pPr>
            <a:r>
              <a:t>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457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FFFFFF"/>
                </a:solidFill>
                <a:latin typeface="Arial"/>
              </a:defRPr>
            </a:pPr>
            <a:r>
              <a:t>National University</a:t>
            </a:r>
            <a:br/>
            <a:r>
              <a:t>of Singapore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91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Complete Data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94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Full flow from User -&gt; Frontend -&gt; Backend -&gt; Features -&gt; Models -&gt; Results -&gt; Display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54864"/>
          </a:xfrm>
          <a:prstGeom prst="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Calibri"/>
              </a:defRPr>
            </a:pPr>
            <a:r>
              <a:t>© Copyright National University of Singapore. All Rights Reserved.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463040"/>
            <a:ext cx="1463040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Drops video.mp4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1463040"/>
            <a:ext cx="1463040" cy="8229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Upload + Hook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463040"/>
            <a:ext cx="1463040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POST /upload</a:t>
            </a:r>
            <a:br/>
            <a:r>
              <a:t>POST /run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463040"/>
            <a:ext cx="1463040" cy="8229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jobs.py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463040"/>
            <a:ext cx="1463040" cy="82296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classification</a:t>
            </a:r>
            <a:br/>
            <a:r>
              <a:t>_service.py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1463040"/>
            <a:ext cx="1463040" cy="8229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Extractors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286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CCCC"/>
                </a:solidFill>
                <a:latin typeface="Calibri"/>
              </a:defRPr>
            </a:pPr>
            <a:r>
              <a:t>4 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645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1645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645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645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1645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7C00"/>
                </a:solidFill>
                <a:latin typeface="Calibri"/>
              </a:defRPr>
            </a:pPr>
            <a:r>
              <a:t>Key Data Transformations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3200400"/>
            <a:ext cx="137160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88720" y="3474720"/>
            <a:ext cx="201168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3474720"/>
            <a:ext cx="32004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job_id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POST /upload saves file, creates Job record, returns job_id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" y="4041648"/>
            <a:ext cx="201168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Video frames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0873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0" y="4041648"/>
            <a:ext cx="3200400" cy="457200"/>
          </a:xfrm>
          <a:prstGeom prst="roundRect">
            <a:avLst/>
          </a:prstGeom>
          <a:solidFill>
            <a:srgbClr val="EF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(n_segments, 150) matrix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0873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Video processor segments, 4 extractors produce 150-dim vectors per segment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88720" y="4608576"/>
            <a:ext cx="201168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150-dim vector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465429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0" y="4608576"/>
            <a:ext cx="3200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14 x PredictionResult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654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Each of 14 classifiers (3 tiers) produces predictions + probabilities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88720" y="5175504"/>
            <a:ext cx="201168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PredictionResult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52212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0" y="5175504"/>
            <a:ext cx="32004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ModelSummary[] + WorkflowStep[]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52212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Frontend groups results by model, maps best model's results to workflow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88720" y="5742432"/>
            <a:ext cx="2011680" cy="457200"/>
          </a:xfrm>
          <a:prstGeom prst="round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Final render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6120" y="5788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F7C00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0" y="5742432"/>
            <a:ext cx="3200400" cy="457200"/>
          </a:xfrm>
          <a:prstGeom prst="roundRect">
            <a:avLst/>
          </a:prstGeom>
          <a:solidFill>
            <a:srgbClr val="003D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Comparison table +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7881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F7C00"/>
                </a:solidFill>
                <a:latin typeface="Calibri"/>
              </a:defRPr>
            </a:pPr>
            <a:r>
              <a:t>14-model comparison table with color-coded tiers, clickable timeline of activities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