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How Video Segmentation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Splitting continuous screen recordings into meaningful activity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Video2Knowledge  |  Pattern Recognition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 continuous video is just a stream of frames — we need to identify WHERE activities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53-second continuous screen recording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515600" cy="731520"/>
          </a:xfrm>
          <a:prstGeom prst="round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Frame 1  ...  Frame 30  ...  Frame 60  ...  Frame 450  ...  Frame 900  ...  Frame 1590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0:15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0:30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0:45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0:53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515600" cy="10972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00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Continuous stream of pixels   →   Need to find meaningful boundaries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No built-in chapter markers   →   Must infer from user actions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Multiple activities in one recording   →   Each needs separate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4572000" cy="1097280"/>
          </a:xfrm>
          <a:prstGeom prst="round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CCCCC"/>
                </a:solidFill>
              </a:defRPr>
            </a:pPr>
            <a:r>
              <a:t>Continuous Stream</a:t>
            </a:r>
            <a:br/>
            <a:r>
              <a:t>1,590 frames @ 30fps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394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3035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ACC"/>
                </a:solidFill>
                <a:latin typeface="Calibri"/>
              </a:defRPr>
            </a:pPr>
            <a:r>
              <a:t>Find</a:t>
            </a:r>
            <a:br/>
            <a:r>
              <a:t>Boundaries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94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5212080"/>
            <a:ext cx="502920" cy="9144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5212080"/>
            <a:ext cx="502920" cy="9144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5212080"/>
            <a:ext cx="502920" cy="9144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5212080"/>
            <a:ext cx="502920" cy="9144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5212080"/>
            <a:ext cx="502920" cy="9144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5212080"/>
            <a:ext cx="502920" cy="9144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07040" y="5212080"/>
            <a:ext cx="502920" cy="9144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172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7 meaningful segments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How Segmentation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38912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action_log.json — Source of Timing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389120" cy="39319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{ "action_type": "CLICK",   "timestamp": "0:00" }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{ "action_type": "CLICK",   "timestamp": "0:03" }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{ "action_type": "CLICK",   "timestamp": "0:07" }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{ "action_type": "TYPING",  "timestamp": "0:16" }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{ "action_type": "PRESS",   "timestamp": "0:25" }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{ "action_type": "CLICK",   "timestamp": "0:29" }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{ "action_type": "TYPING",  "timestamp": "0:35" }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{ "action_type": "PRESS",   "timestamp": "0:53" }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{ "action_type": "CLICK",   "timestamp": "0:58" }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606040"/>
            <a:ext cx="1371600" cy="2743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← 9s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566160"/>
            <a:ext cx="1371600" cy="2743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← 4s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097280"/>
            <a:ext cx="640080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Timeline: Actions, Gaps, and 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194560"/>
            <a:ext cx="594360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201168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331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CLICK</a:t>
            </a:r>
            <a:br/>
            <a:r>
              <a:t>0:00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90895" y="201168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16575" y="2331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CLICK</a:t>
            </a:r>
            <a:br/>
            <a:r>
              <a:t>0:03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3805" y="201168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39485" y="2331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CLICK</a:t>
            </a:r>
            <a:br/>
            <a:r>
              <a:t>0:07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27290" y="201168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2970" y="2331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TYPE</a:t>
            </a:r>
            <a:br/>
            <a:r>
              <a:t>0:16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7692" y="201168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83372" y="2331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PRESS</a:t>
            </a:r>
            <a:br/>
            <a:r>
              <a:t>0:25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63686" y="201168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9366" y="2331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CLICK</a:t>
            </a:r>
            <a:br/>
            <a:r>
              <a:t>0:29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9593" y="201168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15273" y="2331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TYPE</a:t>
            </a:r>
            <a:br/>
            <a:r>
              <a:t>0:35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33480" y="201168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59160" y="2331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PRESS</a:t>
            </a:r>
            <a:br/>
            <a:r>
              <a:t>0:53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40972" y="201168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66652" y="2331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CLICK</a:t>
            </a:r>
            <a:br/>
            <a:r>
              <a:t>0:58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3805" y="1965960"/>
            <a:ext cx="913485" cy="320040"/>
          </a:xfrm>
          <a:prstGeom prst="rect">
            <a:avLst/>
          </a:prstGeom>
          <a:solidFill>
            <a:srgbClr val="FD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3805" y="1737360"/>
            <a:ext cx="91348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7C00"/>
                </a:solidFill>
                <a:latin typeface="Calibri"/>
              </a:defRPr>
            </a:pPr>
            <a:r>
              <a:t>9s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63686" y="1965960"/>
            <a:ext cx="625907" cy="320040"/>
          </a:xfrm>
          <a:prstGeom prst="rect">
            <a:avLst/>
          </a:prstGeom>
          <a:solidFill>
            <a:srgbClr val="FD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63686" y="1737360"/>
            <a:ext cx="6259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7C00"/>
                </a:solidFill>
                <a:latin typeface="Calibri"/>
              </a:defRPr>
            </a:pPr>
            <a:r>
              <a:t>6s gap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33480" y="1965960"/>
            <a:ext cx="507492" cy="320040"/>
          </a:xfrm>
          <a:prstGeom prst="rect">
            <a:avLst/>
          </a:prstGeom>
          <a:solidFill>
            <a:srgbClr val="FD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33480" y="1737360"/>
            <a:ext cx="5074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7C00"/>
                </a:solidFill>
                <a:latin typeface="Calibri"/>
              </a:defRPr>
            </a:pPr>
            <a:r>
              <a:t>5s gap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3805" y="1828800"/>
            <a:ext cx="27432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27290" y="1828800"/>
            <a:ext cx="27432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63686" y="1828800"/>
            <a:ext cx="27432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933480" y="1828800"/>
            <a:ext cx="27432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40972" y="1828800"/>
            <a:ext cx="27432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0" y="2788920"/>
            <a:ext cx="727405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Seg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3805" y="2788920"/>
            <a:ext cx="913485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Seg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27290" y="2788920"/>
            <a:ext cx="1336395" cy="2286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Seg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63686" y="2788920"/>
            <a:ext cx="2469794" cy="2286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Seg 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33480" y="2788920"/>
            <a:ext cx="507491" cy="2286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Seg 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03520" y="3291840"/>
            <a:ext cx="6400800" cy="6400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33375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ACC"/>
                </a:solidFill>
                <a:latin typeface="Calibri"/>
              </a:defRPr>
            </a:pPr>
            <a:r>
              <a:t>When the gap between actions exceeds a threshold → new segment starts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Segmentation Algorithm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448056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1.  Parse action_log.json → sort actions by timestamp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2.  Compute time gaps between consecutive actions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3.  If gap &gt; threshold (e.g. 5 seconds) → mark a segment boundary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4.  Group actions within each boundary into segments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5.  Record start_time, end_time, and actions for each segment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Segmentation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7 segments extracted from a 1:47 screen recording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7936" cy="8229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Seg 1</a:t>
            </a:r>
            <a:br/>
            <a:r>
              <a:t>Opening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687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0:00 – 0:07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9456" y="1554480"/>
            <a:ext cx="884489" cy="8229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Seg 2</a:t>
            </a:r>
            <a:br/>
            <a:r>
              <a:t>Opening 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9456" y="2377440"/>
            <a:ext cx="88448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0:07 – 0:16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3945" y="1554480"/>
            <a:ext cx="1277596" cy="8229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Seg 3</a:t>
            </a:r>
            <a:br/>
            <a:r>
              <a:t>git 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3945" y="2377440"/>
            <a:ext cx="12775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0:16 – 0:29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1541" y="1554480"/>
            <a:ext cx="2850022" cy="8229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Seg 4</a:t>
            </a:r>
            <a:br/>
            <a:r>
              <a:t>npm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541" y="2377440"/>
            <a:ext cx="285002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0:29 – 0:58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1563" y="1554480"/>
            <a:ext cx="1375872" cy="8229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Seg 5</a:t>
            </a:r>
            <a:br/>
            <a:r>
              <a:t>Open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1563" y="2377440"/>
            <a:ext cx="1375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0:58 – 1:12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7435" y="1554480"/>
            <a:ext cx="2260362" cy="8229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Seg 6</a:t>
            </a:r>
            <a:br/>
            <a:r>
              <a:t>Check localhost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7435" y="2377440"/>
            <a:ext cx="226036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1:12 – 1:35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67797" y="1554480"/>
            <a:ext cx="1179319" cy="8229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Seg 7</a:t>
            </a:r>
            <a:br/>
            <a:r>
              <a:t>Verify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67797" y="2377440"/>
            <a:ext cx="1179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1:35 – 1:47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Segment Details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1051560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200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Time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200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200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200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Keyframes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200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547872"/>
            <a:ext cx="10515600" cy="29260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602736"/>
            <a:ext cx="73152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547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Seg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3547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0:00 – 0:07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547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Opening editor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547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7s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547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2 frames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547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3 actions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858768"/>
            <a:ext cx="105156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" y="3913632"/>
            <a:ext cx="73152" cy="1828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858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Seg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3858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0:07 – 0:16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858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Opening terminal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858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9s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858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3 frames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8587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4 actions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169664"/>
            <a:ext cx="10515600" cy="29260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7240" y="4224528"/>
            <a:ext cx="73152" cy="1828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1696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Seg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41696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0:16 – 0:29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41696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git pull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1696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13s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1696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3 frames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1696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5 actions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4480560"/>
            <a:ext cx="105156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77240" y="4535424"/>
            <a:ext cx="73152" cy="1828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44805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Seg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44805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0:29 – 0:58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44805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npm install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44805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29s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44805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4 frames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44805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8 actions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4791456"/>
            <a:ext cx="10515600" cy="29260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77240" y="4846320"/>
            <a:ext cx="73152" cy="1828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7914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Seg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47914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0:58 – 1:12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47914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Open browser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47914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14s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47914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3 frames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47914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4 actions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5102352"/>
            <a:ext cx="105156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77240" y="5157216"/>
            <a:ext cx="73152" cy="1828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5102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Seg 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28800" y="5102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1:12 – 1:35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5102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Check localhost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5102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23s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0" y="5102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4 frames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5102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6 actions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5413248"/>
            <a:ext cx="10515600" cy="292608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77240" y="5468112"/>
            <a:ext cx="73152" cy="1828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60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Seg 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28800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1:35 – 1:47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0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Verify app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0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12s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0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2 frames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3 actions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" y="5669280"/>
            <a:ext cx="10515600" cy="64008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400" y="5715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  <a:latin typeface="Calibri"/>
              </a:defRPr>
            </a:pPr>
            <a:r>
              <a:t>Each segment = a discrete unit of work with its own keyframes and actions, ready for independent feature 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Keyframe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Keyframes are actual video frames extracted at action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4572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Segment 3: git pull  (0:16 – 0:29)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566160" cy="2560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7C00"/>
                </a:solidFill>
                <a:latin typeface="Calibri"/>
              </a:defRPr>
            </a:pPr>
            <a:r>
              <a:t>Keyframe @ 0:16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Start of typing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51760"/>
            <a:ext cx="3291840" cy="11887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$ git pull origin ma|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2D2D"/>
                </a:solidFill>
                <a:latin typeface="Calibri"/>
              </a:defRPr>
            </a:pPr>
            <a:r>
              <a:t>User begins typing</a:t>
            </a:r>
            <a:br/>
            <a:r>
              <a:t>the git pull 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39" y="2103120"/>
            <a:ext cx="3566160" cy="2560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148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7C00"/>
                </a:solidFill>
                <a:latin typeface="Calibri"/>
              </a:defRPr>
            </a:pPr>
            <a:r>
              <a:t>Keyframe @ 0:20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3774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Mid-action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399" y="2651760"/>
            <a:ext cx="3291840" cy="11887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2743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$ git pull origin main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remote: Enumerating...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3931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Command sent,</a:t>
            </a:r>
            <a:br/>
            <a:r>
              <a:t>waiting for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8" y="2103120"/>
            <a:ext cx="3566160" cy="2560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8" y="2148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7C00"/>
                </a:solidFill>
                <a:latin typeface="Calibri"/>
              </a:defRPr>
            </a:pPr>
            <a:r>
              <a:t>Keyframe @ 0:28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8" y="23774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Command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38" y="2651760"/>
            <a:ext cx="3291840" cy="11887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8" y="2743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$ git pull origin main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Already up to date.</a:t>
            </a:r>
          </a:p>
          <a:p>
            <a:pPr>
              <a:spcAft>
                <a:spcPts val="300"/>
              </a:spcAft>
              <a:defRPr sz="1000">
                <a:solidFill>
                  <a:srgbClr val="28A745"/>
                </a:solidFill>
                <a:latin typeface="Courier New"/>
              </a:defRPr>
            </a:pPr>
            <a:r>
              <a:t>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8" y="3931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2D2D"/>
                </a:solidFill>
                <a:latin typeface="Calibri"/>
              </a:defRPr>
            </a:pPr>
            <a:r>
              <a:t>Operation complete,</a:t>
            </a:r>
            <a:br/>
            <a:r>
              <a:t>prompt returned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5486400" cy="8229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How OpenCV Extracts Keyframes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cv2.VideoCapture(video_path)  →  opens the video file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cap.set(cv2.CAP_PROP_POS_MSEC, timestamp_ms)  →  seeks to exact time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cap.read()  →  captures frame as numpy array (H x W x 3)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846320"/>
            <a:ext cx="5303520" cy="14630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892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Calibri"/>
              </a:defRPr>
            </a:pPr>
            <a:r>
              <a:t>SegmentData object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663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class SegmentData: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  segment_id: int          # 3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  start_time: float        # 16.0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  end_time: float          # 29.0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  keyframes: list[ndarray] # [frame@16s, frame@20s, frame@28s]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  actions: list[Action]    # [TYPING, PRESS, CLICK, ...]</a:t>
            </a:r>
          </a:p>
          <a:p>
            <a:pPr>
              <a:spcAft>
                <a:spcPts val="200"/>
              </a:spcAft>
              <a:defRPr sz="900">
                <a:solidFill>
                  <a:srgbClr val="28A745"/>
                </a:solidFill>
                <a:latin typeface="Courier New"/>
              </a:defRPr>
            </a:pPr>
            <a:r>
              <a:t>    label: str               # assigned after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From Segments to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Each segment becomes a data point for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926080" cy="18288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Segment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56032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Keyframes (images)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numpy arrays (H x W x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256032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Actions (from log)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463040"/>
            <a:ext cx="4389120" cy="10972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1536192"/>
            <a:ext cx="14630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EasyOCR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36192"/>
            <a:ext cx="82296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50 dims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92024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Reads text from frames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TF-IDF vectorization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"git pull origin main"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651760"/>
            <a:ext cx="4389120" cy="10972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49039" y="2724912"/>
            <a:ext cx="1463040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YOLOv8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724912"/>
            <a:ext cx="822960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30 dims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10896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Detects UI elements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terminal, tabs, sidebar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Layout + complexity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840480"/>
            <a:ext cx="4389120" cy="1097280"/>
          </a:xfrm>
          <a:prstGeom prst="roundRect">
            <a:avLst/>
          </a:prstGeom>
          <a:solidFill>
            <a:srgbClr val="F0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49039" y="3913632"/>
            <a:ext cx="146304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OpenCV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913632"/>
            <a:ext cx="82296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40 dims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29768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Color histograms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Edge density, texture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Scene composition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029200"/>
            <a:ext cx="4389120" cy="109728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49039" y="5102352"/>
            <a:ext cx="146304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Interaction</a:t>
            </a:r>
            <a:br/>
            <a:r>
              <a:t>Parser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5102352"/>
            <a:ext cx="82296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30 dims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48640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Action frequencies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Typing speed, clicks</a:t>
            </a:r>
          </a:p>
          <a:p>
            <a:pPr>
              <a:spcAft>
                <a:spcPts val="200"/>
              </a:spcAft>
              <a:defRPr sz="900">
                <a:solidFill>
                  <a:srgbClr val="2D2D2D"/>
                </a:solidFill>
                <a:latin typeface="Calibri"/>
              </a:defRPr>
            </a:pPr>
            <a:r>
              <a:t>Mouse + keyboard 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A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7C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023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F42C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1463040"/>
            <a:ext cx="3291840" cy="475488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150-dim Feature Vector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18745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per segment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2286000"/>
            <a:ext cx="2926080" cy="7772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[0–49] OCR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50 dims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0" y="3154680"/>
            <a:ext cx="2926080" cy="7772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[50–79]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30 dims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4023360"/>
            <a:ext cx="2926080" cy="7772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[80–119] Visual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40 dims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4892040"/>
            <a:ext cx="2926080" cy="7772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[120–149] Interact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30 dims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5760720"/>
            <a:ext cx="2926080" cy="457200"/>
          </a:xfrm>
          <a:prstGeom prst="round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→ Fed to 14 classifiers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5760720"/>
            <a:ext cx="7772400" cy="4572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788152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  <a:latin typeface="Calibri"/>
              </a:defRPr>
            </a:pPr>
            <a:r>
              <a:t>7 segments  ×  150 features  =  7 data points for classification  →  7 activity labels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