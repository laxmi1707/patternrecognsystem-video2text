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NUS ISS Practice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ACC"/>
                </a:solidFill>
                <a:latin typeface="Calibri"/>
              </a:defRPr>
            </a:pPr>
            <a:r>
              <a:t>Requirements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How Video2Knowledge meets all 4 project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029200"/>
            <a:ext cx="1645920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Supervised</a:t>
            </a:r>
            <a:br/>
            <a:r>
              <a:t>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029200"/>
            <a:ext cx="164592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ML / Deep</a:t>
            </a:r>
            <a:br/>
            <a:r>
              <a:t>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5029200"/>
            <a:ext cx="1645920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 /</a:t>
            </a:r>
            <a:br/>
            <a:r>
              <a:t>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59" y="5029200"/>
            <a:ext cx="1645920" cy="8229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Intelligent</a:t>
            </a:r>
            <a:br/>
            <a:r>
              <a:t>Sensing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Must Demonstrate At Least 3 of 4 Aspects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28016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Supervised learning / unsupervised learning scenarios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5740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Machine learning / Deep learning techniques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83464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Hybrid machine learning / Ensemble approach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61188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57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Intelligent sensing / sense making 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572000"/>
            <a:ext cx="8534095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Video2Knowledge covers ALL 4 aspects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778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 practical application demonstrating pattern recognition and ML techniques to solve a real-world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Supervised Learning / Unsupervised Learning Scenarios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What Supervised Learning 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029200" cy="9144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Models learn from LABELED examples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Input: 150-dim feature vector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Output: 1 of 9 activity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Training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502920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9,514 labeled videos from CUA-Suite dataset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Labels: git_operations, docker_workflow,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kubernetes_ops, aws_console, jenkins_ci_cd,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coding_editing, debugging, documentation, other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80/20 stratified train/test split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(7,685 train / 1,924 test)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model.fit(X_train, y_train) → predict → evaluate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All 14 Models Use Supervised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2920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1 — Classical ML (7 models)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029200" cy="502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SVM, Naive Bayes, Decision Tree,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Random Forest, KNN, XGBoost, LightGBM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502920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2 — Deep Learning (4 models)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029200" cy="502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MLP, CNN-1D, LSTM, Transformer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02920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3 — Ensemble (3 models)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029200" cy="502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Voting, Stacking, Late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Where in the code: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805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train.py: clf.fit(X_train, y_train)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ml_service.py: clf.predict(features)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dataset_loader.py: derive_activity_label() assigns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Machine Learning / Deep Learning Techniques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Machine Learning  —  Tier 1 (7 Models)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303520" cy="24688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SVM (Support Vector Machine)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Naive Bayes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Decision Tree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Random Forest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KNN (K-Nearest Neighbors)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XGBoost (Gradient Boosting)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LightGBM (Gradient Boosting)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347472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scikit-learn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0352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Deep Learning  —  Tier 2 (4 Models)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303520" cy="24688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MLP (Multi-Layer Perceptron)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3 fully-connected layers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CNN-1D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Convolutional filters on feature sequences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LSTM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Recurrent network with memory gates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Transformer</a:t>
            </a:r>
          </a:p>
          <a:p>
            <a:pPr algn="l">
              <a:spcAft>
                <a:spcPts val="2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Self-attention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297680"/>
            <a:ext cx="3474720" cy="4114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PyTorch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97280"/>
            <a:ext cx="36576" cy="3657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Where in the code: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classifiers/tier1/*.py: 7 classical ML implementations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classifiers/tier2/*.py: 4 PyTorch neural networks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Each model: fit(), predict(), save(), load()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Hybrid Machine Learning / Ensemble Approach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2C1"/>
                </a:solidFill>
                <a:latin typeface="Calibri"/>
              </a:defRPr>
            </a:pPr>
            <a:r>
              <a:t>Tier 3 — 3 Ensemble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47472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Voting Ensemble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47472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Combines SVM + Random Forest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+ MLP predictions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Soft voting: averages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probability outputs from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all 3 base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47472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Stacking 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47472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SVM + RF + MLP produce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probability outputs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Logistic Regression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meta-learner combines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stacked probabilities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474720" cy="4114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Late 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47472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SVM on text features +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RF on visual features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Meta-learner fuses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modality-specific</a:t>
            </a:r>
          </a:p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prediction branches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F42C1"/>
                </a:solidFill>
                <a:latin typeface="Calibri"/>
              </a:defRPr>
            </a:pPr>
            <a:r>
              <a:t>Hybrid = Combines Classical ML (Tier 1) + Deep Learning (Tier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06240"/>
            <a:ext cx="22860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1: Classical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206240"/>
            <a:ext cx="228600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2: Deep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43400"/>
            <a:ext cx="914400" cy="3657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06240"/>
            <a:ext cx="256032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3: Ensemble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60"/>
            <a:ext cx="9448495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Key Insight: Stacking achieved the BEST F1 score (0.292) across all 14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Where in the code: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97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classifiers/tier3/voting.py: soft voting over 3 base models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classifiers/tier3/stacking.py: meta-learner on stacked probabilities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classifiers/tier3/late_fusion.py: modality-specific branches + fusion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Intelligent Sensing / Sense Making Techniques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54864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OCR Sensing  (EasyOCR + Tesseract)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5486400" cy="14630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"Reads text from screen recordings"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TF-IDF vectorization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Fallback OCR pipeline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Text extraction from video frames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→ 50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51560"/>
            <a:ext cx="54864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UI Sensing  (YOLOv8)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08760"/>
            <a:ext cx="5486400" cy="14630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"Detects UI elements on screen"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Object detection: buttons, terminals,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menus, dialogs, tabs, sidebars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→ 30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46120"/>
            <a:ext cx="5486400" cy="4114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Visual Sensing  (OpenCV)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03320"/>
            <a:ext cx="5486400" cy="14630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"Analyzes visual patterns"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Color histograms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Edge detection, texture analysis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Layout analysis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→ 40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246120"/>
            <a:ext cx="548640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Behavioral Sensing  (Action Log Parser)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703320"/>
            <a:ext cx="5486400" cy="146304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"Understands user behavior"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Mouse clicks, typing patterns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Keyboard shortcuts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Movement analysis</a:t>
            </a:r>
          </a:p>
          <a:p>
            <a:pPr algn="l"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→ 30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257800"/>
            <a:ext cx="11430000" cy="41148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Sense Making: 4 modalities fused into 150-dim multimodal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Pattern recognition transforms raw video into structured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Output: classified activity labels + workflow step 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15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Where in the code: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8932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pipeline/ocr_extractor.py: text sensing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pipeline/ui_detector.py: UI element sensing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pipeline/visual_features.py: visual pattern sensing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pipeline/interaction_features.py: behavioral sensing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Consolas"/>
              </a:defRPr>
            </a:pPr>
            <a:r>
              <a:t>pipeline/feature_assembler.py: multimodal fusion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Requirements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864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Supervised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15544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9,514 labeled videos from CUA-Suite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14 trained models (all supervised)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F1-macro evaluation metric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80/20 stratified train/test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43000"/>
            <a:ext cx="54864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ML /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486400" cy="15544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7 classical ML models (scikit-learn)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4 neural network models (PyTorch)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SVM, RF, KNN, XGBoost, LightGBM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MLP, CNN-1D, LSTM, Transformer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54864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Hybrid / 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5486400" cy="155448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3 ensemble methods in Tier 3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Voting, Stacking, Late Fusion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Combines Tier 1 + Tier 2 models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Meta-learning / probability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520440"/>
            <a:ext cx="548640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Intelligent Sensing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486400" cy="15544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4 modalities: OCR, YOLO, OpenCV, Actions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150-dim multimodal feature vector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TF-IDF, object detection, histograms</a:t>
            </a:r>
          </a:p>
          <a:p>
            <a:pPr algn="l">
              <a:spcAft>
                <a:spcPts val="2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✓ Behavioral analysis + 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852160"/>
            <a:ext cx="12191695" cy="950976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Real-world application: Screen Activity Classification from Video Recordings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Full-stack implementation: React frontend, FastAPI backend, Docker deployment, AWS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