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End-to-End Video Analysis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What happens when a user uploads a screen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Example: 53-second recording of "git pull" then "npm install" in VSCode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High-Level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Uploads</a:t>
            </a:r>
            <a:br/>
            <a:r>
              <a:t>video.mp4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http://localhost:5173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01168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Progress bar + results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POST /api/v1</a:t>
            </a:r>
            <a:br/>
            <a:r>
              <a:t>/jobs/analyze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097280"/>
            <a:ext cx="5943600" cy="5029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Backend (FastAPI)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45920"/>
            <a:ext cx="54864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164592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1: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031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Seg 1: 0:00-0:07  Opening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311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Seg 2: 0:07-0:16  Opening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59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Seg 3: 0:16-0:29  git pull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871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Seg 4: 0:29-0:58  npm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1518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Seg 5: 0:58-1:12  Open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43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Seg 6: 1:12-1:35  Check localhost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87121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Seg 7: 1:35-1:47  Verify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691640"/>
            <a:ext cx="256032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2: Extract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103120"/>
            <a:ext cx="1097280" cy="20116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EasyOCR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1031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50-dim: "git pull origin main"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331720"/>
            <a:ext cx="1097280" cy="201168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YOLOv8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331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30-dim: terminal, tab, sidebar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2560320"/>
            <a:ext cx="1097280" cy="20116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OpenCV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5603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40-dim: dark theme, edges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2788920"/>
            <a:ext cx="1097280" cy="20116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788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30-dim: typing, clicks, Enter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063240"/>
            <a:ext cx="2560320" cy="22860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= 150-dim feature vector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474720"/>
            <a:ext cx="5486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35040" y="3520440"/>
            <a:ext cx="164592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3: Classify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931920"/>
            <a:ext cx="1188720" cy="20116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SVM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9319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→ git_ops 72%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9319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142232"/>
            <a:ext cx="1188720" cy="20116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1422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→ git_ops 89%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1422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352544"/>
            <a:ext cx="1188720" cy="20116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XGBoost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435254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→ git_ops 91%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3525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562856"/>
            <a:ext cx="1188720" cy="20116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LSTM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56285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→ coding 65%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5628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4773168"/>
            <a:ext cx="1188720" cy="20116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Stacking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7731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→ git_ops 85%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7731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... 14 models total</a:t>
            </a:r>
            <a:br/>
            <a:r>
              <a:t>All run on the same</a:t>
            </a:r>
            <a:br/>
            <a:r>
              <a:t>150-dim vector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0" y="5120640"/>
            <a:ext cx="2560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035040" y="5166360"/>
            <a:ext cx="1828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4: Best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"git_operations" 91%</a:t>
            </a:r>
            <a:br/>
            <a:r>
              <a:t>(XGBoost)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0" y="5120640"/>
            <a:ext cx="27432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778240" y="5166360"/>
            <a:ext cx="22860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5: Workflow Description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"Ran a shell command:</a:t>
            </a:r>
            <a:br/>
            <a:r>
              <a:t>git pull origin main"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JSON response 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3017520"/>
            <a:ext cx="5029200" cy="34747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Calibri"/>
              </a:defRPr>
            </a:pPr>
            <a:r>
              <a:t>ANALYSIS COMPLETE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video.mp4 — 1:47 — 7 steps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Model Comparison — 14 Classifiers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069080"/>
            <a:ext cx="4572000" cy="20116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1680" y="4069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Tier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4069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Conf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4069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279392"/>
            <a:ext cx="457200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2793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XGBoost 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11680" y="42793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42793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42793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59ms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489704"/>
            <a:ext cx="457200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44897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11680" y="448970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0" y="448970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0" y="448970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103ms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700016"/>
            <a:ext cx="457200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7000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Stacking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11680" y="47000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0" y="47000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0" y="47000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6508ms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Workflow Steps: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52120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1. Opened the code editor (0:00-0:07)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535838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2. Opened the integrated terminal (0:07-0:16)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550468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3. Ran shell command: git pull (0:16-0:29)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5650992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4. Installed dependencies: npm install (0:29-0:58)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579729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5. Opened a browser tab (0:58-1:12)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94360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6. Checked localhost (1:12-1:35)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608990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7. Verified the app (1:35-1:47)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Step 2 Deep Dive: Feature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Segment 3 keyframe — terminal showing "git pull origin main"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Calibri"/>
              </a:defRPr>
            </a:pPr>
            <a:r>
              <a:t>$ git pull origin main</a:t>
            </a:r>
          </a:p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Calibri"/>
              </a:defRPr>
            </a:pPr>
            <a:r>
              <a:t>Already up to date.</a:t>
            </a:r>
          </a:p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Calibri"/>
              </a:defRPr>
            </a:pPr>
            <a:r>
              <a:t>$ npm install</a:t>
            </a:r>
          </a:p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Calibri"/>
              </a:defRPr>
            </a:pPr>
            <a:r>
              <a:t>added 347 packages in 12s</a:t>
            </a:r>
          </a:p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Calibri"/>
              </a:defRPr>
            </a:pPr>
            <a:r>
              <a:t>ubuntu@dev:~/project$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Video keyframe (simulated terminal)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63040"/>
            <a:ext cx="3383280" cy="10058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508760"/>
            <a:ext cx="201168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EasyOCR → TF-IDF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08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50 dims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Reads: "git pull origin main Already up to date"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TF-IDF: git→0.82, pull→0.75, install→0.68, npm→0.71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Output: [0.82, 0.75, 0.68, 0.71, 0.01, 0.0, ...]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606040"/>
            <a:ext cx="3383280" cy="10058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651760"/>
            <a:ext cx="2011680" cy="274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YOLOv8 nano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30 dims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971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Detects: terminal(1), tab(3), sidebar(1)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Layout: element positions, density, confidence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Complexity: has_terminal=1, has_sidebar=1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749039"/>
            <a:ext cx="3383280" cy="1005840"/>
          </a:xfrm>
          <a:prstGeom prst="roundRect">
            <a:avLst/>
          </a:prstGeom>
          <a:solidFill>
            <a:srgbClr val="F0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794760"/>
            <a:ext cx="201168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  <a:latin typeface="Calibri"/>
              </a:defRPr>
            </a:pPr>
            <a:r>
              <a:t>40 dims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114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Color: dark theme (low RGB bins)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Edges: high density (text + UI borders)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Texture: regular line patterns (code)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892040"/>
            <a:ext cx="3383280" cy="10058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4937760"/>
            <a:ext cx="201168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Action Log Parser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937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30 dims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257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Actions: TYPING("git pull"), PRESS(Enter), CLICK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Temporal: 7 actions, 0.58 actions/sec</a:t>
            </a:r>
          </a:p>
          <a:p>
            <a:pPr>
              <a:spcAft>
                <a:spcPts val="400"/>
              </a:spcAft>
              <a:defRPr sz="800">
                <a:solidFill>
                  <a:srgbClr val="2D2D2D"/>
                </a:solidFill>
                <a:latin typeface="Calibri"/>
              </a:defRPr>
            </a:pPr>
            <a:r>
              <a:t>Typing: 25 chars, speed=3.5 chars/sec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463040"/>
            <a:ext cx="3017520" cy="457200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150-dim Feature Vector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2011680"/>
            <a:ext cx="2651760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057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[0-49] 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0.82, 0.75, 0.68, ...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2926080"/>
            <a:ext cx="2651760" cy="8229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971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[50-79]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0.0, 0.0, ..., 0.8, ...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3840480"/>
            <a:ext cx="2651760" cy="8229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3886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[80-119] Visual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0.8, 0.1, 0.05, ...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4754880"/>
            <a:ext cx="2651760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4800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[120-149] Interact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074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0.29, 0.14, ...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760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Fed to all 14 classifiers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Step 3-5: Classify, Compare, Display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011680" cy="54864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150-dim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097280"/>
            <a:ext cx="411480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14 Classifiers (3 Tiers)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3749039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1 — Classical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6596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7ACC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659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2140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2140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7ACC"/>
                </a:solidFill>
                <a:latin typeface="Calibri"/>
              </a:defRPr>
            </a:pPr>
            <a:r>
              <a:t>→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2140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7685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768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7ACC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27685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323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43230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7ACC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4323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58775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KNN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58775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7ACC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58775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74320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7432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7ACC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74320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89864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89864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7ACC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8986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86%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3108960"/>
            <a:ext cx="3749039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2 — Deep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42900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MLP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4290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F42C1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42900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58444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CNN-1D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58444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F42C1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5844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74%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73989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73989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F42C1"/>
                </a:solidFill>
                <a:latin typeface="Calibri"/>
              </a:defRPr>
            </a:pPr>
            <a:r>
              <a:t>→ coding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73989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389534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Transformer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389534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F42C1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389534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71%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4160520"/>
            <a:ext cx="3749039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3 — Ensemble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48056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Voting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448056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A745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44805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63600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Stacking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463600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A745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463600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479145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Late 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47914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A745"/>
                </a:solidFill>
                <a:latin typeface="Calibri"/>
              </a:defRPr>
            </a:pPr>
            <a:r>
              <a:t>→ git_ops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479145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2D2D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1280160"/>
            <a:ext cx="438912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79" y="13716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Best Model: XGBoost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16916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"git_operations" — 91% confidence</a:t>
            </a:r>
            <a:br/>
            <a:r>
              <a:t>Latency: 59ms per prediction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2651760"/>
            <a:ext cx="4389120" cy="32004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Results Displayed to User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Model Comparison Table: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98079" y="3383280"/>
            <a:ext cx="4023360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2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#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33832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33832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Tier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3832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33832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98079" y="3584448"/>
            <a:ext cx="4023360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89520" y="35844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35844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D2D2D"/>
                </a:solidFill>
                <a:latin typeface="Calibri"/>
              </a:defRPr>
            </a:pPr>
            <a:r>
              <a:t>XGBoost 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3584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3584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3584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59ms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98079" y="3785616"/>
            <a:ext cx="4023360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89520" y="378561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0" y="37856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37856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92640" y="378561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378561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103ms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98079" y="3986784"/>
            <a:ext cx="4023360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89520" y="39867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398678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398678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398678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86%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398678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281ms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98079" y="4187952"/>
            <a:ext cx="4023360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89520" y="4187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63840" y="4187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Stacking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4187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T3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92640" y="4187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4187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6509ms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498079" y="4389120"/>
            <a:ext cx="4023360" cy="182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89520" y="43891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63840" y="43891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Late Fusion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0" y="4389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T3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0" y="4389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0" y="4389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D2D2D"/>
                </a:solidFill>
                <a:latin typeface="Calibri"/>
              </a:defRPr>
            </a:pPr>
            <a:r>
              <a:t>2705ms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8079" y="4663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Workflow Timeline: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89520" y="489204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1. Opened the code editor (0:00-0:07)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89520" y="503834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2. Opened the integrated terminal (0:07-0:16)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89520" y="518464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3. Ran shell command: git pull (0:16-0:29)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89520" y="533095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4. Installed dependencies: npm install (0:29-0:58)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89520" y="5477256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5. Opened a browser tab (0:58-1:12)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